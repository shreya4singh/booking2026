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12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01192"/>
            <a:ext cx="8229600" cy="14700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ooking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.com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3194" y="3160166"/>
            <a:ext cx="7278623" cy="2478634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Testing using Selenium WebDriver, Java, TestNG, Cucumber &amp; Maven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Shreya Singh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507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4949"/>
            <a:ext cx="8229600" cy="3783787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hotel search process by entering a destination location on Booking.com.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the selection of check-in and check-out dates during hotel booking.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that the 5-star hotel filter functions correctly and displays relevant results.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8724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515" y="2061059"/>
            <a:ext cx="8229600" cy="3798418"/>
          </a:xfrm>
        </p:spPr>
        <p:txBody>
          <a:bodyPr>
            <a:normAutofit/>
          </a:bodyPr>
          <a:lstStyle/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write automation scripts and implement test logic. 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WebDriver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browser actions and web application testing. 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test execution, assertions, and test reporting. 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Cucumber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BDD by writing test scenarios in Gherkin language. 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project dependencies and build management.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Log4j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logs to track test execution and debug issues.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Allure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interactive and detailed test execution reports.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4094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329"/>
            <a:ext cx="8229600" cy="4222699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Object Model (POM)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Separates web elements and actions into page classes for better maintainability.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test scenarios in Gherkin language (Given-When-Then).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Definitions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Maps feature file steps to Java implementation code.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browser setup and teardown before and after test execution.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Runner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Cucumber feature files and generates test reports.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8678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3080"/>
            <a:ext cx="8229600" cy="4676242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Hotel by Location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Verify that users can search hotels for a selected destination.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Check-in Date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 that the check-in date is selected correctly.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Check-out Date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 that the check-out date is selected correctly.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5-Star Filter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Verify that only 5-star hotels are displayed after applying the filter.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Search Results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the displayed hotels match the selected location, dates, and filter criteria.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4288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82013"/>
            <a:ext cx="8229600" cy="209397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Booking.com sign-in and notification pop-ups during automation.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dynamic web elements with changing locators.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synchronization issues using explicit waits.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7148"/>
            <a:ext cx="8229600" cy="220370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</a:t>
            </a:r>
          </a:p>
          <a:p>
            <a:pPr marL="0" indent="0">
              <a:buNone/>
            </a:pPr>
            <a:r>
              <a:rPr lang="en-IN" sz="4800" b="1" dirty="0"/>
              <a:t>     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332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Booking.com Automation Project</vt:lpstr>
      <vt:lpstr>Project Objective</vt:lpstr>
      <vt:lpstr>Tools &amp; Technologies</vt:lpstr>
      <vt:lpstr>Framework Design</vt:lpstr>
      <vt:lpstr>Test Scenarios</vt:lpstr>
      <vt:lpstr>Challenges Faced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Shreya Singh</dc:creator>
  <cp:keywords/>
  <dc:description>generated using python-pptx</dc:description>
  <cp:lastModifiedBy>Shreya Singh</cp:lastModifiedBy>
  <cp:revision>3</cp:revision>
  <dcterms:created xsi:type="dcterms:W3CDTF">2013-01-27T09:14:16Z</dcterms:created>
  <dcterms:modified xsi:type="dcterms:W3CDTF">2026-06-23T15:08:02Z</dcterms:modified>
  <cp:category/>
</cp:coreProperties>
</file>